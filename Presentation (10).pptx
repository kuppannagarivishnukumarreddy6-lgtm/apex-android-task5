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9DDE-47AD-E359-884A-EE7619E6BF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Student Registration App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000FBE-DE93-C7C8-A9A4-CAF119CC84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Submitted By: Vishnu Kumar Reddy
Organization: </a:t>
            </a:r>
            <a:r>
              <a:rPr lang="en-GB" dirty="0" err="1"/>
              <a:t>ApexPlanet</a:t>
            </a:r>
            <a:r>
              <a:rPr lang="en-GB" dirty="0"/>
              <a:t> Software </a:t>
            </a:r>
            <a:r>
              <a:rPr lang="en-GB" dirty="0" err="1"/>
              <a:t>Pvt.</a:t>
            </a:r>
            <a:r>
              <a:rPr lang="en-GB" dirty="0"/>
              <a:t>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33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28FE-BB61-3DB1-8A80-BC5A31F20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FECA3-627F-3D90-3A74-BB923F993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0157"/>
            <a:ext cx="8596668" cy="479120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Objective
Develop an Android application that allows users to:</a:t>
            </a:r>
          </a:p>
          <a:p>
            <a:r>
              <a:rPr lang="en-GB" dirty="0"/>
              <a:t>Login securely
Register student details
Navigate between screens
Perform API operations
Learn Android development using modern 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5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D3345-F253-9EFA-E92B-0F724AA1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Technologies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C3420-3740-CD33-2555-E009C587F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7313"/>
            <a:ext cx="8596668" cy="46840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Development Tools</a:t>
            </a:r>
          </a:p>
          <a:p>
            <a:r>
              <a:rPr lang="en-GB" dirty="0" err="1"/>
              <a:t>Kotlin</a:t>
            </a:r>
            <a:r>
              <a:rPr lang="en-GB" dirty="0"/>
              <a:t>
Android Studio
Jetpack Compose
Retrofit
REST APIs
GitHub</a:t>
            </a:r>
          </a:p>
          <a:p>
            <a:pPr marL="0" indent="0">
              <a:buNone/>
            </a:pPr>
            <a:r>
              <a:rPr lang="en-GB" dirty="0"/>
              <a:t>Concepts Used</a:t>
            </a:r>
          </a:p>
          <a:p>
            <a:r>
              <a:rPr lang="en-GB" dirty="0"/>
              <a:t>Navigation Component
Form Validation
API Integration
UI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69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D45E0-BA7B-6093-DC88-A06245AE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/>
              <a:t>Features Implemented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8B585-06E8-E296-F8A2-96CF02E5A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Core Features
✅ Login Screen
✅ Student Registration Form
✅ Success Screen
✅ Navigation Between Screens
✅ Input Validation
✅ User-Friendly Interface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64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6B39-B6BC-DA06-0F74-86C94DE0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API Integration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949C2-C17A-71E8-D6DD-E195EC4E0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62063"/>
            <a:ext cx="8596668" cy="477929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Backend Operations
Implemented REST API operations using Retrofit:</a:t>
            </a:r>
          </a:p>
          <a:p>
            <a:pPr>
              <a:buFont typeface="+mj-lt"/>
              <a:buAutoNum type="arabicPeriod"/>
            </a:pPr>
            <a:r>
              <a:rPr lang="en-GB" dirty="0"/>
              <a:t>GET Request
POST Request
PUT Request
DELETE Request</a:t>
            </a:r>
          </a:p>
          <a:p>
            <a:pPr marL="0" indent="0">
              <a:buNone/>
            </a:pPr>
            <a:r>
              <a:rPr lang="en-GB" dirty="0"/>
              <a:t>Benefits</a:t>
            </a:r>
          </a:p>
          <a:p>
            <a:pPr>
              <a:buFont typeface="+mj-lt"/>
              <a:buAutoNum type="arabicPeriod"/>
            </a:pPr>
            <a:r>
              <a:rPr lang="en-GB" dirty="0"/>
              <a:t>Data retrieval
Data creation
Data modification
Data deletion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13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858A-81AA-427E-A960-F5D29970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7DEFA-F74A-F660-23D3-AFD1A18A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4469"/>
            <a:ext cx="8596668" cy="4576893"/>
          </a:xfrm>
        </p:spPr>
        <p:txBody>
          <a:bodyPr/>
          <a:lstStyle/>
          <a:p>
            <a:r>
              <a:rPr lang="en-GB" dirty="0"/>
              <a:t>Flow of Application</a:t>
            </a:r>
          </a:p>
          <a:p>
            <a:pPr marL="0" indent="0">
              <a:buNone/>
            </a:pPr>
            <a:r>
              <a:rPr lang="en-GB" dirty="0"/>
              <a:t>Login Screen
        ↓
Registration Screen
        ↓
Success Screen</a:t>
            </a:r>
          </a:p>
          <a:p>
            <a:r>
              <a:rPr lang="en-GB" dirty="0"/>
              <a:t>API Actions</a:t>
            </a:r>
          </a:p>
          <a:p>
            <a:pPr marL="0" indent="0">
              <a:buNone/>
            </a:pPr>
            <a:r>
              <a:rPr lang="en-GB" dirty="0"/>
              <a:t>GET → Fetch User</a:t>
            </a:r>
          </a:p>
          <a:p>
            <a:pPr marL="0" indent="0">
              <a:buNone/>
            </a:pPr>
            <a:r>
              <a:rPr lang="en-GB" dirty="0"/>
              <a:t> POST → Create User</a:t>
            </a:r>
          </a:p>
          <a:p>
            <a:pPr marL="0" indent="0">
              <a:buNone/>
            </a:pPr>
            <a:r>
              <a:rPr lang="en-GB" dirty="0"/>
              <a:t> PUT → Update User </a:t>
            </a:r>
          </a:p>
          <a:p>
            <a:pPr marL="0" indent="0">
              <a:buNone/>
            </a:pPr>
            <a:r>
              <a:rPr lang="en-GB" dirty="0"/>
              <a:t>DELETE → Remove User</a:t>
            </a:r>
          </a:p>
        </p:txBody>
      </p:sp>
    </p:spTree>
    <p:extLst>
      <p:ext uri="{BB962C8B-B14F-4D97-AF65-F5344CB8AC3E}">
        <p14:creationId xmlns:p14="http://schemas.microsoft.com/office/powerpoint/2010/main" val="2853581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2FF2-AB1F-8D9C-8865-F5BD420D5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5338"/>
          </a:xfrm>
        </p:spPr>
        <p:txBody>
          <a:bodyPr/>
          <a:lstStyle/>
          <a:p>
            <a:r>
              <a:rPr lang="en-GB" dirty="0"/>
              <a:t>Testing Performed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2ACAA-5075-D179-7397-91B91942B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3969"/>
            <a:ext cx="8596668" cy="4767393"/>
          </a:xfrm>
        </p:spPr>
        <p:txBody>
          <a:bodyPr/>
          <a:lstStyle/>
          <a:p>
            <a:r>
              <a:rPr lang="en-GB" dirty="0"/>
              <a:t>Test Cases</a:t>
            </a:r>
          </a:p>
          <a:p>
            <a:pPr>
              <a:buFont typeface="+mj-lt"/>
              <a:buAutoNum type="arabicPeriod"/>
            </a:pPr>
            <a:r>
              <a:rPr lang="en-GB" dirty="0"/>
              <a:t>Valid Login Test
Invalid Login Test
Empty Field Validation
Successful Registration
GET API Test
POST API Test
PUT API Test
DELETE API Test</a:t>
            </a:r>
          </a:p>
          <a:p>
            <a:pPr marL="0" indent="0">
              <a:buNone/>
            </a:pPr>
            <a:r>
              <a:rPr lang="en-US" dirty="0"/>
              <a:t>Result 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US" dirty="0"/>
              <a:t>All test cases passed successfully.</a:t>
            </a:r>
          </a:p>
        </p:txBody>
      </p:sp>
    </p:spTree>
    <p:extLst>
      <p:ext uri="{BB962C8B-B14F-4D97-AF65-F5344CB8AC3E}">
        <p14:creationId xmlns:p14="http://schemas.microsoft.com/office/powerpoint/2010/main" val="200808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965D2-B25F-9566-4EE9-3FB935C51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 and Solutions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E7D31-A46D-C04D-805B-A2581C895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4001"/>
            <a:ext cx="8596668" cy="4517362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4"/>
                </a:solidFill>
              </a:rPr>
              <a:t>Challenges:</a:t>
            </a:r>
          </a:p>
          <a:p>
            <a:pPr>
              <a:buFont typeface="+mj-lt"/>
              <a:buAutoNum type="arabicPeriod"/>
            </a:pPr>
            <a:r>
              <a:rPr lang="en-GB" dirty="0">
                <a:solidFill>
                  <a:schemeClr val="accent4"/>
                </a:solidFill>
              </a:rPr>
              <a:t>Navigation setup issues
Retrofit dependency errors
API response handling
Android Studio build errors</a:t>
            </a:r>
          </a:p>
          <a:p>
            <a:pPr marL="0" indent="0">
              <a:buNone/>
            </a:pPr>
            <a:r>
              <a:rPr lang="en-GB" dirty="0">
                <a:solidFill>
                  <a:srgbClr val="7030A0"/>
                </a:solidFill>
              </a:rPr>
              <a:t>Solutions:</a:t>
            </a:r>
          </a:p>
          <a:p>
            <a:r>
              <a:rPr lang="en-GB" dirty="0">
                <a:solidFill>
                  <a:srgbClr val="7030A0"/>
                </a:solidFill>
              </a:rPr>
              <a:t>Added Navigation Compose dependency
Configured Retrofit correctly
Implemented response handling
Fixed </a:t>
            </a:r>
            <a:r>
              <a:rPr lang="en-GB" dirty="0" err="1">
                <a:solidFill>
                  <a:srgbClr val="7030A0"/>
                </a:solidFill>
              </a:rPr>
              <a:t>Gradle</a:t>
            </a:r>
            <a:r>
              <a:rPr lang="en-GB" dirty="0">
                <a:solidFill>
                  <a:srgbClr val="7030A0"/>
                </a:solidFill>
              </a:rPr>
              <a:t> synchronization issues</a:t>
            </a:r>
          </a:p>
        </p:txBody>
      </p:sp>
    </p:spTree>
    <p:extLst>
      <p:ext uri="{BB962C8B-B14F-4D97-AF65-F5344CB8AC3E}">
        <p14:creationId xmlns:p14="http://schemas.microsoft.com/office/powerpoint/2010/main" val="549903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5A94-D6C1-1EA0-B39E-0F121C98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B49F2-241C-3EBA-5FFA-BF4CAD7F6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2563"/>
            <a:ext cx="8596668" cy="458879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Skills Gained</a:t>
            </a:r>
            <a:r>
              <a:rPr lang="en-GB" dirty="0">
                <a:solidFill>
                  <a:schemeClr val="accent5"/>
                </a:solidFill>
              </a:rPr>
              <a:t>:</a:t>
            </a:r>
            <a:endParaRPr lang="en-GB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Android App Development
</a:t>
            </a:r>
            <a:r>
              <a:rPr lang="en-GB" dirty="0" err="1">
                <a:solidFill>
                  <a:schemeClr val="tx1"/>
                </a:solidFill>
              </a:rPr>
              <a:t>Kotlin</a:t>
            </a:r>
            <a:r>
              <a:rPr lang="en-GB" dirty="0">
                <a:solidFill>
                  <a:schemeClr val="tx1"/>
                </a:solidFill>
              </a:rPr>
              <a:t> Programming
Jetpack Compose UI Design
REST API Integration
Retrofit Library Usage
Testing and Debugging
GitHub Project Management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796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6DFC0-CC99-A666-6C28-C594CB880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C178-D985-744B-5A81-63032B509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7781"/>
            <a:ext cx="8596668" cy="474358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Project Summary:</a:t>
            </a:r>
          </a:p>
          <a:p>
            <a:pPr marL="0" indent="0">
              <a:buNone/>
            </a:pPr>
            <a:r>
              <a:rPr lang="en-GB" dirty="0"/>
              <a:t>Successfully developed a Student Registration App with:</a:t>
            </a:r>
          </a:p>
          <a:p>
            <a:r>
              <a:rPr lang="en-GB" dirty="0"/>
              <a:t>Login Authentication
Student Registration
API Integration
Navigation
Testing and Validation</a:t>
            </a:r>
          </a:p>
          <a:p>
            <a:pPr marL="0" indent="0">
              <a:buNone/>
            </a:pPr>
            <a:r>
              <a:rPr lang="en-GB" dirty="0"/>
              <a:t>This project enhanced my practical Android development skills and provided hands-on experience in building modern Android applications.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997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81A4-07CE-6AA8-4801-102D38188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0FEB9-5A91-A217-A617-FFF281759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i="1" u="sng" dirty="0">
                <a:solidFill>
                  <a:srgbClr val="00B0F0"/>
                </a:solidFill>
              </a:rPr>
              <a:t>THANK YOU </a:t>
            </a:r>
            <a:endParaRPr lang="en-US" b="1" i="1" u="sng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4039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Facet</vt:lpstr>
      <vt:lpstr>Student Registration App</vt:lpstr>
      <vt:lpstr>Project Overview</vt:lpstr>
      <vt:lpstr>Technologies Used</vt:lpstr>
      <vt:lpstr> Features Implemented</vt:lpstr>
      <vt:lpstr>API Integration</vt:lpstr>
      <vt:lpstr>Application Workflow</vt:lpstr>
      <vt:lpstr>Testing Performed</vt:lpstr>
      <vt:lpstr>Challenges and Solutions</vt:lpstr>
      <vt:lpstr>Learning Outcomes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Registration App</dc:title>
  <dc:creator>kumar vishnu</dc:creator>
  <cp:lastModifiedBy>kumar vishnu</cp:lastModifiedBy>
  <cp:revision>1</cp:revision>
  <dcterms:created xsi:type="dcterms:W3CDTF">2026-06-21T04:34:16Z</dcterms:created>
  <dcterms:modified xsi:type="dcterms:W3CDTF">2026-06-21T05:00:03Z</dcterms:modified>
</cp:coreProperties>
</file>